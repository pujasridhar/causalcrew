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Crew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number real? If yes, every lead gets its own investigator — and the evidence decides.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 Sridhar · Data &amp; AI Hackathon, AWS Builder Loft SF · Multi-Agent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moved. Two very different things can be true.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is wrong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loaded twice. A feed stopped. Cents became dollars.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fine — the dashboard is lying.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783080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is right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231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happened means chasing several leads, each needing its own deep drill-down.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 hand it takes days — and whoever investigates anchors on the first plausible story.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Crew checks the number first, then sends one investigator after every lead.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2860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from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173736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2860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if the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trusted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173736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22860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from data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changelog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73736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22392" y="22860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parallel, each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database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173736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22860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seasonality,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timing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49640" y="173736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96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622792" y="22860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behind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22402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149840" y="1737360"/>
            <a:ext cx="137160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49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0222992" y="2286000"/>
            <a:ext cx="1225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next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runs on RocketRide for every agent's LLM step.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SQL; verdicts are deterministic checks, never the model. The LLM proposes leads and drill-down paths — and only among sub-segments the statistics already support.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with a planted cause — which is how it proves the judge rejects the decoy.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— broken feed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fails and the run stops.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2026-09-03: 1,433 duplicate order 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+73% vs the trailing median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never explain a number we can't trust.”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 — clean data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86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58.9%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1546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−14.4% ($2.69M → $2.30M)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in the West explain 58.9%, change point Aug 27 — the West shipping-fee note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decoy REJECTED (seasonality: the same dip happened last year)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overlapping leads merged, not double-counted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multi-agent, measured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in parallel,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isolated database each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25112" y="1463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99432" y="1645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99432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34.9s wall clock vs 104s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combined agent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01584" y="14630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75904" y="1645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75904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queries, every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its finding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20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352044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agent's LLM step — the planner and each investigator's drill-down decisions, each its own task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87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08736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changelog knowledge graph the planner draws its context leads from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542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465429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dependencies (34 core, 0 known vulnerabilities) and code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2122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Hotdata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522122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behind the Workspace interface: one forked database per investigator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and what's next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Attribution, not proven causation: which segments account for the change, and what lines up with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only, on one synthetic orders dataset.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Investigators' SQL runs locally; their LLM steps run on RocketRide.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3774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 — a CSV upload, then a warehouse.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beyond revenue: orders, conversion, average order value.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that investigates on its own when a number moves.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github.com/PujaSridhar/CausalCrew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2026-09-11T22:51:08Z</dcterms:created>
  <dcterms:modified xsi:type="dcterms:W3CDTF">2026-09-11T22:51:08Z</dcterms:modified>
</cp:coreProperties>
</file>